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0000" y="1800000"/>
            <a:ext cx="1008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Розроблення навчальної платформи
для набуття практичних навичок
full-stack розробки
на основі Monorepo-архітектури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0000" y="360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BBBBBB"/>
                </a:solidFill>
              </a:rPr>
              <a:t>Ключак Ольга Андріївна • КН-41д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180000"/>
            <a:ext cx="108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Проблема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1440000"/>
            <a:ext cx="1080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F2A37"/>
                </a:solidFill>
              </a:rPr>
              <a:t>Як набути реальний досвід без реального проєкту?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37"/>
                </a:solidFill>
              </a:rPr>
              <a:t>• Frontend-студент — де взяти працюючий backend з API?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37"/>
                </a:solidFill>
              </a:rPr>
              <a:t>• Backend-студент — як перевірити API без готового клієнта?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37"/>
                </a:solidFill>
              </a:rPr>
              <a:t>• Існуючі курси: todo-app з mock-даними, без реальної взаємодії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37"/>
                </a:solidFill>
              </a:rPr>
              <a:t>• Немає структурованого шляху (що першим, що другим?)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37"/>
                </a:solidFill>
              </a:rPr>
              <a:t>• Ментор коштує $50-100/год і доступний обмежений час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180000"/>
            <a:ext cx="108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Існуючі рішення не вирішують проблему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20000" y="1440000"/>
          <a:ext cx="10800000" cy="46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000"/>
                <a:gridCol w="2160000"/>
                <a:gridCol w="2160000"/>
                <a:gridCol w="2160000"/>
                <a:gridCol w="2160000"/>
              </a:tblGrid>
              <a:tr h="5850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Платформа</a:t>
                      </a:r>
                    </a:p>
                  </a:txBody>
                  <a:tcPr>
                    <a:solidFill>
                      <a:srgbClr val="1F2A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Реальний проєкт</a:t>
                      </a:r>
                    </a:p>
                  </a:txBody>
                  <a:tcPr>
                    <a:solidFill>
                      <a:srgbClr val="1F2A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Full-stack</a:t>
                      </a:r>
                    </a:p>
                  </a:txBody>
                  <a:tcPr>
                    <a:solidFill>
                      <a:srgbClr val="1F2A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Спринти</a:t>
                      </a:r>
                    </a:p>
                  </a:txBody>
                  <a:tcPr>
                    <a:solidFill>
                      <a:srgbClr val="1F2A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AI-ментор</a:t>
                      </a:r>
                    </a:p>
                  </a:txBody>
                  <a:tcPr>
                    <a:solidFill>
                      <a:srgbClr val="1F2A37"/>
                    </a:solidFill>
                  </a:tcPr>
                </a:tc>
              </a:tr>
              <a:tr h="585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freeCodeCamp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Ні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Частково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Ні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Ні</a:t>
                      </a:r>
                    </a:p>
                  </a:txBody>
                  <a:tcPr/>
                </a:tc>
              </a:tr>
              <a:tr h="585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The Odin Project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Так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Частково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Ні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Ні</a:t>
                      </a:r>
                    </a:p>
                  </a:txBody>
                  <a:tcPr/>
                </a:tc>
              </a:tr>
              <a:tr h="585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Codecademy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Ні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Частково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Ні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Так</a:t>
                      </a:r>
                    </a:p>
                  </a:txBody>
                  <a:tcPr/>
                </a:tc>
              </a:tr>
              <a:tr h="585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Udemy/Coursera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Частково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Так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Ні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Ні</a:t>
                      </a:r>
                    </a:p>
                  </a:txBody>
                  <a:tcPr/>
                </a:tc>
              </a:tr>
              <a:tr h="585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Frontend Mentor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Так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Ні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Ні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Ні</a:t>
                      </a:r>
                    </a:p>
                  </a:txBody>
                  <a:tcPr/>
                </a:tc>
              </a:tr>
              <a:tr h="585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LeetCode/HackerRank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Ні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Ні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Ні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Ні</a:t>
                      </a:r>
                    </a:p>
                  </a:txBody>
                  <a:tcPr/>
                </a:tc>
              </a:tr>
              <a:tr h="58500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Наша платформа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Так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Так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Так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Так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180000"/>
            <a:ext cx="108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Наше рішення</a:t>
            </a:r>
          </a:p>
        </p:txBody>
      </p:sp>
      <p:pic>
        <p:nvPicPr>
          <p:cNvPr id="4" name="Picture 3" descr="monorepo-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0" y="1440000"/>
            <a:ext cx="4680000" cy="273994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0000" y="1440000"/>
            <a:ext cx="576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F2A37"/>
                </a:solidFill>
              </a:rPr>
              <a:t>Навчальна платформа на основі Monorepo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37"/>
                </a:solidFill>
              </a:rPr>
              <a:t>• Студент обирає напрямок (frontend / backend / mobile)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37"/>
                </a:solidFill>
              </a:rPr>
              <a:t>• Запускає готові компоненти, реалізує свій проєкт по тікетах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37"/>
                </a:solidFill>
              </a:rPr>
              <a:t>• НЕ потрібно розуміти monorepo чи запускати вручну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37"/>
                </a:solidFill>
              </a:rPr>
              <a:t>• Розумна IDE (Kiro, Cursor) зчитує код → AI стає ментором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37"/>
                </a:solidFill>
              </a:rPr>
              <a:t>• Продукт = код + методика. AI — опціональний бонус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37"/>
                </a:solidFill>
              </a:rPr>
              <a:t>• Monorepo — технічне рішення під капотом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180000"/>
            <a:ext cx="108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Сценарій роботи студента</a:t>
            </a:r>
          </a:p>
        </p:txBody>
      </p:sp>
      <p:pic>
        <p:nvPicPr>
          <p:cNvPr id="4" name="Picture 3" descr="use-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0" y="1440000"/>
            <a:ext cx="4680000" cy="609333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0000" y="1440000"/>
            <a:ext cx="576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F2A37"/>
                </a:solidFill>
              </a:rPr>
              <a:t>• 1. Відкриває IDE з 2 папками: платформа + свій проєкт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37"/>
                </a:solidFill>
              </a:rPr>
              <a:t>• 2. AI бачить обидва контексти одночасно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37"/>
                </a:solidFill>
              </a:rPr>
              <a:t>• 3. "Запусти backend" → AI запускає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37"/>
                </a:solidFill>
              </a:rPr>
              <a:t>• 4. "Дай першу задачу" → AI видає тікет Sprint 1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37"/>
                </a:solidFill>
              </a:rPr>
              <a:t>• 5. Студент реалізує задачу у своєму проєкті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37"/>
                </a:solidFill>
              </a:rPr>
              <a:t>• 6. "Перевір мій код" → AI дає фідбек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37"/>
                </a:solidFill>
              </a:rPr>
              <a:t>• 7. Переходить до наступної задачі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37"/>
                </a:solidFill>
              </a:rPr>
              <a:t>• 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37"/>
                </a:solidFill>
              </a:rPr>
              <a:t>• Використання AI — опціонально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180000"/>
            <a:ext cx="108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Спринтова модель навчання</a:t>
            </a:r>
          </a:p>
        </p:txBody>
      </p:sp>
      <p:pic>
        <p:nvPicPr>
          <p:cNvPr id="4" name="Picture 3" descr="sprint-pro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0" y="1440000"/>
            <a:ext cx="4680000" cy="238741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0000" y="1440000"/>
            <a:ext cx="576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F2A37"/>
                </a:solidFill>
              </a:rPr>
              <a:t>Sprint 1 — Авторизація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37"/>
                </a:solidFill>
              </a:rPr>
              <a:t>• JWT, форми, валідація, захищені маршрути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37"/>
                </a:solidFill>
              </a:rPr>
              <a:t>Sprint 2 — Читання даних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37"/>
                </a:solidFill>
              </a:rPr>
              <a:t>• API-запити, стани завантаження, обробка помилок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37"/>
                </a:solidFill>
              </a:rPr>
              <a:t>Sprint 3 — Повний CRUD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37"/>
                </a:solidFill>
              </a:rPr>
              <a:t>• Створення, редагування, видалення, файли, пагінація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37"/>
                </a:solidFill>
              </a:rPr>
              <a:t>Sprint 4 — Розширення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37"/>
                </a:solidFill>
              </a:rPr>
              <a:t>• Пріоритети, редизайн, адмін-панель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37"/>
                </a:solidFill>
              </a:rPr>
              <a:t>• 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37"/>
                </a:solidFill>
              </a:rPr>
              <a:t>• Це реальні продакшн-сценарії = 90% щоденної роботи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180000"/>
            <a:ext cx="108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Розумні IDE з вбудованим AI</a:t>
            </a:r>
          </a:p>
        </p:txBody>
      </p:sp>
      <p:pic>
        <p:nvPicPr>
          <p:cNvPr id="4" name="Picture 3" descr="ai-assistant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0" y="1440000"/>
            <a:ext cx="4680000" cy="499637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0000" y="1440000"/>
            <a:ext cx="576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F2A37"/>
                </a:solidFill>
              </a:rPr>
              <a:t>• Kiro, Cursor, Antigravity, GitHub Copilot — вже мають AI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37"/>
                </a:solidFill>
              </a:rPr>
              <a:t>• Відкриваєш платформу → AI зчитує контекст автоматично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37"/>
                </a:solidFill>
              </a:rPr>
              <a:t>• AI стає ментором БЕЗ додаткової розробки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37"/>
                </a:solidFill>
              </a:rPr>
              <a:t>• Студент спілкується як з людиною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37"/>
                </a:solidFill>
              </a:rPr>
              <a:t>• Опціонально — платформа працює і без AI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37"/>
                </a:solidFill>
              </a:rPr>
              <a:t>• Бонус: навички prompt engineering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37"/>
                </a:solidFill>
              </a:rPr>
              <a:t>• 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37"/>
                </a:solidFill>
              </a:rPr>
              <a:t>"Розумна IDE перетворює код на ментора"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180000"/>
            <a:ext cx="108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Що отримує студент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1440000"/>
            <a:ext cx="1080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F2A37"/>
                </a:solidFill>
              </a:rPr>
              <a:t>• Full-stack розробка (React / Express / React Native)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37"/>
                </a:solidFill>
              </a:rPr>
              <a:t>• Робота з реальним API та клієнт-серверною взаємодією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37"/>
                </a:solidFill>
              </a:rPr>
              <a:t>• TypeScript, Redux, REST API, JWT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37"/>
                </a:solidFill>
              </a:rPr>
              <a:t>• Робота з тікетами як у реальній компанії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37"/>
                </a:solidFill>
              </a:rPr>
              <a:t>• Git, npm, monorepo, сучасний інструментарій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37"/>
                </a:solidFill>
              </a:rPr>
              <a:t>• Система обробки помилок, валідація, безпека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37"/>
                </a:solidFill>
              </a:rPr>
              <a:t>• Prompt engineering та робота з AI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37"/>
                </a:solidFill>
              </a:rPr>
              <a:t>• Готовий проєкт у портфоліо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180000"/>
            <a:ext cx="108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Архітектура серверного додатку</a:t>
            </a:r>
          </a:p>
        </p:txBody>
      </p:sp>
      <p:pic>
        <p:nvPicPr>
          <p:cNvPr id="4" name="Picture 3" descr="backend-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0" y="1440000"/>
            <a:ext cx="8640000" cy="1301510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0000" y="6120000"/>
            <a:ext cx="108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>
                <a:solidFill>
                  <a:srgbClr val="666666"/>
                </a:solidFill>
              </a:rPr>
              <a:t>Express → Sprint Router → Auth Middleware → Controllers → Services → Sequelize → SQLite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180000"/>
            <a:ext cx="108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Актуальність у цифрах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1440000"/>
            <a:ext cx="1080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F2A37"/>
                </a:solidFill>
              </a:rPr>
              <a:t>• 38% зростання попиту на full-stack (LinkedIn 2025)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37"/>
                </a:solidFill>
              </a:rPr>
              <a:t>• 82% розробників використовують AI щоденно (GitHub 2025)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37"/>
                </a:solidFill>
              </a:rPr>
              <a:t>• Зарплата full-stack в Україні: $3500-5500/міс (DOU 2026)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37"/>
                </a:solidFill>
              </a:rPr>
              <a:t>• Ментор: $50-100/год. IDE + платформа: безкоштовно, 24/7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37"/>
                </a:solidFill>
              </a:rPr>
              <a:t>• 67% juniors: «немає практичного досвіду» = головна перешкода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180000"/>
            <a:ext cx="108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Демо: повний цикл студента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1440000"/>
            <a:ext cx="1080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F2A37"/>
                </a:solidFill>
              </a:rPr>
              <a:t>• **1. Відкриття workspace** — IDE + 2 папки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37"/>
                </a:solidFill>
              </a:rPr>
              <a:t>• **2. Запуск** — "Запусти backend" → :4000 ready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37"/>
                </a:solidFill>
              </a:rPr>
              <a:t>• **3. Задача** — "Дай першу задачу Sprint 1"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37"/>
                </a:solidFill>
              </a:rPr>
              <a:t>• **4. Робота** — "Поясни що робити" → підказки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37"/>
                </a:solidFill>
              </a:rPr>
              <a:t>• **5. Перевірка** — "Оціни мій код" → фідбек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37"/>
                </a:solidFill>
              </a:rPr>
              <a:t>• **6. Далі** — "Яка наступна задача?"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37"/>
                </a:solidFill>
              </a:rPr>
              <a:t>• 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37"/>
                </a:solidFill>
              </a:rPr>
              <a:t>• Весь процес — в одному вікні IDE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180000"/>
            <a:ext cx="108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Подальший розвиток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1440000"/>
            <a:ext cx="1080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F2A37"/>
                </a:solidFill>
              </a:rPr>
              <a:t>• Sprint 5-6: WebSocket, зовнішні API, RBAC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37"/>
                </a:solidFill>
              </a:rPr>
              <a:t>• Автоматизована перевірка коду (автотести для тікетів)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37"/>
                </a:solidFill>
              </a:rPr>
              <a:t>• Система прогресу та аналітики (дашборд)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37"/>
                </a:solidFill>
              </a:rPr>
              <a:t>• Підтримка інших стеків (NestJS, Vue, Flutter)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37"/>
                </a:solidFill>
              </a:rPr>
              <a:t>• Покращення AI-менторства (промпти per sprint)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180000"/>
            <a:ext cx="108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Висновки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1440000"/>
            <a:ext cx="1080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F2A37"/>
                </a:solidFill>
              </a:rPr>
              <a:t>• ✓ Створено платформу: 3 додатки + 5 packages + 85+ тікетів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37"/>
                </a:solidFill>
              </a:rPr>
              <a:t>• ✓ Спринтова модель з реальними продакшн-сценаріями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37"/>
                </a:solidFill>
              </a:rPr>
              <a:t>• ✓ Платформа дружня до розумних IDE (AI — автоматично)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37"/>
                </a:solidFill>
              </a:rPr>
              <a:t>• ✓ Пілотне тестування: тікети 4.4/5, AI 4.8/5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37"/>
                </a:solidFill>
              </a:rPr>
              <a:t>• ✓ Готова до використання у навчальних закладах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37"/>
                </a:solidFill>
              </a:rPr>
              <a:t>• 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37"/>
                </a:solidFill>
              </a:rPr>
              <a:t>Дякую за увагу!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